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1371600"/>
            <a:ext cx="2103120" cy="2103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508760"/>
            <a:ext cx="1554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>
                <a:solidFill>
                  <a:srgbClr val="FFFFFF"/>
                </a:solidFill>
              </a:rPr>
              <a:t>🍽️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2801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59E0B"/>
                </a:solidFill>
              </a:rPr>
              <a:t>PlateUp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2860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Restaurant Chatbot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2971800"/>
            <a:ext cx="804672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309067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</a:rPr>
              <a:t>Powered by Agentic AI  ·  Google Gemini 2.0  ·  n8n Automation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3703320"/>
            <a:ext cx="1691640" cy="40233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3703320"/>
            <a:ext cx="1691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Java EE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60" y="3703320"/>
            <a:ext cx="1691640" cy="40233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0" y="3703320"/>
            <a:ext cx="1691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Gemini AI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3703320"/>
            <a:ext cx="1691640" cy="4023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3703320"/>
            <a:ext cx="1691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n8n Cloud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3703320"/>
            <a:ext cx="1691640" cy="4023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3703320"/>
            <a:ext cx="1691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MySQL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61264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CA3AF"/>
                </a:solidFill>
              </a:rPr>
              <a:t>AI Fellowship Internship Report  |  Shubham Bhandari  |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9E0B"/>
                </a:solidFill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13232"/>
            <a:ext cx="112745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CA3AF"/>
                </a:solidFill>
              </a:rPr>
              <a:t>Why does the restaurant industry need an AI-powered chatbot?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5577840" cy="2103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61872"/>
            <a:ext cx="557784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⏳ Long Wait Times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56231"/>
            <a:ext cx="5212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Customers wait for waitstaff to take orders — causing delays and frustration.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261872"/>
            <a:ext cx="5577840" cy="2103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261872"/>
            <a:ext cx="557784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3716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📋 Order Errors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856231"/>
            <a:ext cx="5212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Manual note-taking leads to wrong food delivered and dissatisfied customers.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39312"/>
            <a:ext cx="5577840" cy="2103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639312"/>
            <a:ext cx="557784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749039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🕐 No 24/7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33672"/>
            <a:ext cx="5212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Restaurants can't afford round-the-clock staff for every customer query.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3639312"/>
            <a:ext cx="5577840" cy="2103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3639312"/>
            <a:ext cx="557784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749039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📊 No Real-time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233672"/>
            <a:ext cx="5212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Managers lack live order analytics, peak-hour insights, and demand forecasting.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2179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</a:rPr>
              <a:t>✅  PlateUp solves ALL of these with Agentic AI + Automation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9E0B"/>
                </a:solidFill>
              </a:rPr>
              <a:t>Solution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13232"/>
            <a:ext cx="112745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CA3AF"/>
                </a:solidFill>
              </a:rPr>
              <a:t>4-layer architecture with Agentic AI at the core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2468880" cy="4480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61872"/>
            <a:ext cx="246888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8988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🌐 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2024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JSP · HTML5 · CSS3 · JavaScript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54680" y="1261872"/>
            <a:ext cx="2468880" cy="4480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54680" y="1261872"/>
            <a:ext cx="2468880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38988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855F7"/>
                </a:solidFill>
              </a:rPr>
              <a:t>⚙️   Business Logic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92024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Java Servlets · Services · DAO Pattern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1261872"/>
            <a:ext cx="2468880" cy="4480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52160" y="1261872"/>
            <a:ext cx="24688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138988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🤖  Agentic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192024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Gemini 2.0 Flash · n8n Cloud Webhooks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49640" y="1261872"/>
            <a:ext cx="2468880" cy="4480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49640" y="1261872"/>
            <a:ext cx="24688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0" y="138988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🗄️   Data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192024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MySQL 8.0 · JDBC · Connection Pool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20040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320040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20040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03504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CA3AF"/>
                </a:solidFill>
              </a:rPr>
              <a:t>Apache Tomcat 10.1  ·  Maven 3.x  ·  Eclipse IDE 2026-03  ·  Git + GitHub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9E0B"/>
                </a:solidFill>
              </a:rPr>
              <a:t>Agentic AI — Google Gemini 2.0 Flash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13232"/>
            <a:ext cx="112745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CA3AF"/>
                </a:solidFill>
              </a:rPr>
              <a:t>Perceive → Reason → Act: beyond simple keyword matching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74552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11274552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💬 Customer: "What do you recommend for a spicy vegetarian dinner under ₹200?"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82496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</a:rPr>
              <a:t>🤖 PlateUp AI: "For spicy veggie under ₹200, try Dal Makhani (₹180, Spice 4/5) 🌶️ or Mushroom Masala (₹160)! Both are crowd favourites. Type: add 1 dal makhani"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95728"/>
            <a:ext cx="3566160" cy="2971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95728"/>
            <a:ext cx="3566160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14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855F7"/>
                </a:solidFill>
              </a:rPr>
              <a:t>🧠  Perceive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017520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Receives ANY natural language input. Understands intent — not hardcoded keywords.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2395728"/>
            <a:ext cx="3566160" cy="2971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2395728"/>
            <a:ext cx="356616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2514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⚙️  Reason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017520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Gemini 2.0 analyses full menu: price, category, spice level, veg/non-veg flag.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2395728"/>
            <a:ext cx="3566160" cy="2971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2395728"/>
            <a:ext cx="35661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2514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🎯  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017520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Generates helpful, contextual reply. Guides customer to place order using commands.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57784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CA3AF"/>
                </a:solidFill>
              </a:rPr>
              <a:t>Model: gemini-2.0-flash  ·  Free: 1,500 req/day  ·  Max tokens: 150  ·  Temperature: 0.7  ·  Zero cost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9E0B"/>
                </a:solidFill>
              </a:rPr>
              <a:t>n8n Agentic Automation Layer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13232"/>
            <a:ext cx="112745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CA3AF"/>
                </a:solidFill>
              </a:rPr>
              <a:t>Live cloud workflow — fires automatically on every order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2606040" cy="1920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260604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44752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☕ Java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ChatServlet fires POST webhook after item added to order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0088" y="2084831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325880"/>
            <a:ext cx="2606040" cy="1920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0" y="1325880"/>
            <a:ext cx="2606040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444752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855F7"/>
                </a:solidFill>
              </a:rPr>
              <a:t>🔗 n8n Cloud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1920240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shubham2408.app.n8n.cloud receives payload in real-time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24728" y="2084831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2606040" cy="1920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325880"/>
            <a:ext cx="260604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1444752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📧 Gmail Node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1920240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Auto-sends personalized order confirmation to customer email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59368" y="2084831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69680" y="1325880"/>
            <a:ext cx="2606040" cy="1920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69680" y="1325880"/>
            <a:ext cx="26060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06840" y="1444752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✅ Execution Log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1920240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Every run logged with timestamp, status, order data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429000"/>
            <a:ext cx="11274552" cy="2331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429000"/>
            <a:ext cx="1127455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529584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✅ What the Email Contains (Live Demo)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00507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📬 To: {{ customerEmail }} — dynamically filled from order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443983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📌 Subject: 🍽️ Order Confirmed - PlateUp Restaurant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882896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📝 Body: Customer name, Order ID, Items ordered, Total amount — all auto-filled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321808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🚀 Delivery: &lt;500ms after order is placed — zero human intervention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9E0B"/>
                </a:solidFill>
              </a:rPr>
              <a:t>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13232"/>
            <a:ext cx="112745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CA3AF"/>
                </a:solidFill>
              </a:rPr>
              <a:t>End-to-end restaurant intelligence with AI at the core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07008"/>
            <a:ext cx="3639312" cy="2331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07008"/>
            <a:ext cx="363931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98448"/>
            <a:ext cx="3364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🤖 AI Chat Ordering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37360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Gemini 2.0 natural language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84831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30+ context-aware intents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32303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Fuzzy typo correction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79775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Smart dish cards after AI reply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70832" y="1207008"/>
            <a:ext cx="3639312" cy="2331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1207008"/>
            <a:ext cx="3639312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1298448"/>
            <a:ext cx="3364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📋 Order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1737360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Chat + button ordering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2084831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4-stage live status tracker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2432303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Auto cart clear after payment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2779775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Live cart badge counter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84464" y="1207008"/>
            <a:ext cx="3639312" cy="2331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84464" y="1207008"/>
            <a:ext cx="363931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21624" y="1298448"/>
            <a:ext cx="3364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📧 n8n Email Automation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1624" y="1737360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Auto Gmail on every order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1624" y="2084831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Dynamic customer data fill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1624" y="2432303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Cloud-hosted — always 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21624" y="2779775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Execution log for proof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749039"/>
            <a:ext cx="3639312" cy="2331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749039"/>
            <a:ext cx="3639312" cy="640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3840479"/>
            <a:ext cx="3364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855F7"/>
                </a:solidFill>
              </a:rPr>
              <a:t>👤 User Profile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4279392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Edit name &amp; phone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4626864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Secure password change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4974336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Order history 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5321807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Food preferences (localStorage)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70832" y="3749039"/>
            <a:ext cx="3639312" cy="2331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70832" y="3749039"/>
            <a:ext cx="363931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07992" y="3840479"/>
            <a:ext cx="3364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🍽️ Rich Menu UI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07992" y="4279392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Visual cards with images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07992" y="4626864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Calorie badges per dish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07992" y="4974336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FSSAI veg/non-veg dot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07992" y="5321807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Chinese &amp; Beverages sections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84464" y="3749039"/>
            <a:ext cx="3639312" cy="2331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84464" y="3749039"/>
            <a:ext cx="3639312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21624" y="3840479"/>
            <a:ext cx="3364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🎨 Premium UI/UX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21624" y="4279392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Dark mode default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21624" y="4626864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Outfit font + gold palette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4974336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Responsive + micro-animations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5321807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Staff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9E0B"/>
                </a:solidFill>
              </a:rP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13232"/>
            <a:ext cx="112745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CA3AF"/>
                </a:solidFill>
              </a:rPr>
              <a:t>Industry-standard, production-grade tools — 100% free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07008"/>
            <a:ext cx="3639312" cy="2331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07008"/>
            <a:ext cx="3639312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98448"/>
            <a:ext cx="3364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☕ Java EE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37360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Jakarta Servlet 6.0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84831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Apache Tomcat 10.1.54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32303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Maven build tool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79775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Eclipse IDE 2026-03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70832" y="1207008"/>
            <a:ext cx="3639312" cy="2331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1207008"/>
            <a:ext cx="3639312" cy="640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1298448"/>
            <a:ext cx="3364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855F7"/>
                </a:solidFill>
              </a:rPr>
              <a:t>🤖 Google Gemini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1737360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gemini-2.0-flash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2084831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1,500 free requests/day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2432303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REST via HttpURLConnection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2779775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Max 150 tokens/response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84464" y="1207008"/>
            <a:ext cx="3639312" cy="2331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84464" y="1207008"/>
            <a:ext cx="363931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21624" y="1298448"/>
            <a:ext cx="3364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🔗 n8n Automation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1624" y="1737360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Cloud: shubham2408.app.n8n.cloud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1624" y="2084831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Webhook → Gmail → Log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1624" y="2432303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Visual drag-and-drop builder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21624" y="2779775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Zero extra Java code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749039"/>
            <a:ext cx="3639312" cy="2331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749039"/>
            <a:ext cx="363931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3840479"/>
            <a:ext cx="3364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🗄️ MySQL 8.0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4279392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MySQL Connector/J 8.3.0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4626864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JDBC connection pooling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4974336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DAO abstraction pattern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5321807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5 normalized tables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70832" y="3749039"/>
            <a:ext cx="3639312" cy="2331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70832" y="3749039"/>
            <a:ext cx="3639312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07992" y="3840479"/>
            <a:ext cx="3364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🎨 Frontend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07992" y="4279392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JSP + HTML5 + CSS3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07992" y="4626864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Vanilla JavaScript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07992" y="4974336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Outfit Google Font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07992" y="5321807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No heavy frameworks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84464" y="3749039"/>
            <a:ext cx="3639312" cy="2331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84464" y="3749039"/>
            <a:ext cx="3639312" cy="640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21624" y="3840479"/>
            <a:ext cx="3364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855F7"/>
                </a:solidFill>
              </a:rPr>
              <a:t>📦 Libraries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21624" y="4279392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org.json 20240303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21624" y="4626864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Jakarta Servlet API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4974336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Jakarta JSP API 3.1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5321807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Git + GitHub VCS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9E0B"/>
                </a:solidFill>
              </a:rPr>
              <a:t>Key Implementation — Agentic AI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13232"/>
            <a:ext cx="112745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CA3AF"/>
                </a:solidFill>
              </a:rPr>
              <a:t>How a customer message becomes an AI-powered 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07008"/>
            <a:ext cx="2697480" cy="2194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07008"/>
            <a:ext cx="457200" cy="21945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0116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298448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Customer Types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773936"/>
            <a:ext cx="2057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Natural language message in chat UI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207008"/>
            <a:ext cx="2697480" cy="2194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207008"/>
            <a:ext cx="457200" cy="21945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20116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59" y="1298448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855F7"/>
                </a:solidFill>
              </a:rPr>
              <a:t>Intent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59" y="1773936"/>
            <a:ext cx="2057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chat.js detectIntent() — 30+ regex patterns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207008"/>
            <a:ext cx="2697480" cy="2194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207008"/>
            <a:ext cx="457200" cy="2194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20116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1298448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Fuzzy Match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1773936"/>
            <a:ext cx="2057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Levenshtein correction for misspelled item names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6840" y="1207008"/>
            <a:ext cx="2697480" cy="2194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06840" y="1207008"/>
            <a:ext cx="457200" cy="2194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06840" y="20116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1298448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GeminiService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1773936"/>
            <a:ext cx="2057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Unknown intent → builds prompt with menu context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721608"/>
            <a:ext cx="2697480" cy="2194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3721608"/>
            <a:ext cx="457200" cy="21945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45262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813048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Gemini 2.0 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288536"/>
            <a:ext cx="2057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POST to Google API → AI generates smart reply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46120" y="3721608"/>
            <a:ext cx="2697480" cy="2194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46120" y="3721608"/>
            <a:ext cx="457200" cy="21945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46120" y="45262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59" y="3813048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855F7"/>
                </a:solidFill>
              </a:rPr>
              <a:t>Smart Cards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94759" y="4288536"/>
            <a:ext cx="2057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findAndShowMentionedDishes() renders visual cards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3721608"/>
            <a:ext cx="2697480" cy="2194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26480" y="3721608"/>
            <a:ext cx="457200" cy="2194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0" y="45262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3813048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n8n Webhook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4288536"/>
            <a:ext cx="2057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Item added → cloud notification → Gmail email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6840" y="3721608"/>
            <a:ext cx="2697480" cy="2194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006840" y="3721608"/>
            <a:ext cx="457200" cy="2194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06840" y="45262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55480" y="3813048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UI Response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55480" y="4288536"/>
            <a:ext cx="2057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Reply shown + cart badge + order status live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9E0B"/>
                </a:solidFill>
              </a:rPr>
              <a:t>Fuzzy Matching + 30 Smart Intents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13232"/>
            <a:ext cx="112745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CA3AF"/>
                </a:solidFill>
              </a:rPr>
              <a:t>Client-side intelligence — zero server calls for instant responses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486400" cy="4297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486400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9844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855F7"/>
                </a:solidFill>
              </a:rPr>
              <a:t>🔍 Levenshtein Fuzzy Matching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Customer types: add pannr tika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8541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→ Levenshtein distance scored against all 30 items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877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→ Best match: Paneer Tikka (score ≤ 2.5 threshold)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9008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→ Bot: 'Did you mean Paneer Tikka? Adding it! 😊'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9242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→ Item added — no re-typing required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947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9709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Handles: paner / tikaa / butr chikn / dal makni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9943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Threshold tuned to avoid false positives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188720"/>
            <a:ext cx="5577840" cy="4297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188720"/>
            <a:ext cx="557784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29844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⚡ 30+ Context-Aware Intents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7830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☀️ weather_hot — Cold drinks &amp; light bites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18541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🌧️ weather_cold — Warm comfort food picks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58775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🌶️ spicy_food — Highest spice-level dishes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99008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🎉 party — Curated party platter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39242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⚡ quick — Fastest-to-serve items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7947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🥗 healthy — Dishes ≤ 300 kcal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19709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💰 budget — Items under ₹200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59943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⏰ time_based — Uses real clock hour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500176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⚠️ allergy — Allergy-safe menu subset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540410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😮 tired — Comfort food selection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6692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All handled client-side — instant 0ms response, no server needed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9E0B"/>
                </a:solidFill>
              </a:rPr>
              <a:t>Challenges &amp;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13232"/>
            <a:ext cx="112745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CA3AF"/>
                </a:solidFill>
              </a:rPr>
              <a:t>Real problems encountered and how they were resolved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07008"/>
            <a:ext cx="5577840" cy="15087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⚠️  Gemini model deprecated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8249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4444"/>
                </a:solidFill>
              </a:rPr>
              <a:t>Problem: gemini-1.5-flash sunset by Google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7568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✅ Fix: Migrated to gemini-2.0-flash — newer, faster, same free tier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207008"/>
            <a:ext cx="5577840" cy="15087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801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⚠️  n8n install failed on Windows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68249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4444"/>
                </a:solidFill>
              </a:rPr>
              <a:t>Problem: npx n8n crashed — C++ build tools missing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7568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✅ Fix: Switched to n8n Cloud — more reliable, no install needed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52928"/>
            <a:ext cx="5577840" cy="15087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9260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⚠️  Served orders in cart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32841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4444"/>
                </a:solidFill>
              </a:rPr>
              <a:t>Problem: Paid orders re-appeared in order 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72160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✅ Fix: Added status filter — skip 'served' orders in query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2852928"/>
            <a:ext cx="5577840" cy="15087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9260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⚠️  n8n IF node type mismatch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32841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4444"/>
                </a:solidFill>
              </a:rPr>
              <a:t>Problem: Number vs string comparison always failed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72160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✅ Fix: Removed IF node — simplified to 3-node pipeline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498848"/>
            <a:ext cx="5577840" cy="15087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5720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⚠️  isVeg() method not found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97433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4444"/>
                </a:solidFill>
              </a:rPr>
              <a:t>Problem: Incorrect method name caused compile error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36752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✅ Fix: Corrected to isVegetarian() per MenuItem model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5080" y="4498848"/>
            <a:ext cx="5577840" cy="15087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5720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⚠️  API key exposed in code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97433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4444"/>
                </a:solidFill>
              </a:rPr>
              <a:t>Problem: Gemini key hardcoded — security risk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36752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✅ Fix: Added to .gitignore — key rotation planned post-demo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9E0B"/>
                </a:solidFill>
              </a:rPr>
              <a:t>Results &amp;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13232"/>
            <a:ext cx="112745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CA3AF"/>
                </a:solidFill>
              </a:rPr>
              <a:t>Measurable outcomes from the live PlateUp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2606040" cy="1828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60604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2331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B82F6"/>
                </a:solidFill>
              </a:rPr>
              <a:t>&lt; 100ms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2331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Database Query Time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234440"/>
            <a:ext cx="2606040" cy="1828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234440"/>
            <a:ext cx="2606040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417320"/>
            <a:ext cx="2331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A855F7"/>
                </a:solidFill>
              </a:rPr>
              <a:t>&lt; 500ms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148840"/>
            <a:ext cx="2331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n8n Webhook Response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234440"/>
            <a:ext cx="2606040" cy="1828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234440"/>
            <a:ext cx="26060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417320"/>
            <a:ext cx="2331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0B981"/>
                </a:solidFill>
              </a:rPr>
              <a:t>2-3 sec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148840"/>
            <a:ext cx="2331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Gemini AI Response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1234440"/>
            <a:ext cx="2606040" cy="1828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61120" y="1234440"/>
            <a:ext cx="260604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1417320"/>
            <a:ext cx="2331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9E0B"/>
                </a:solidFill>
              </a:rPr>
              <a:t>&lt; 1 sec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2148840"/>
            <a:ext cx="2331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Page Load Time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246120"/>
            <a:ext cx="5577840" cy="3246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3246120"/>
            <a:ext cx="5559552" cy="3246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246120"/>
            <a:ext cx="557784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3246120"/>
            <a:ext cx="555955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33756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What's Working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33756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What's Working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822191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✅ Fuzzy typo correction — pannr tika → Paneer Tikka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297679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✅ 30+ smart intents (weather, mood, time, allergy)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7731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✅ Visual menu cards with images + calorie badges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24865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✅ Chinese &amp; Beverages menu sections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72414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✅ AI dish cards auto-shown after Gemini reply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3822191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✅ User Profile — edit details + change password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297679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✅ Gmail auto email via n8n Cloud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47731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✅ Live cart badge counter on nav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524865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✅ Dark mode as default (localStorage persist)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572414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✅ Staff dashboard + 4-stage order tracking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9E0B"/>
                </a:solidFill>
              </a:rPr>
              <a:t>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13232"/>
            <a:ext cx="112745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CA3AF"/>
                </a:solidFill>
              </a:rPr>
              <a:t>The roadmap from demo project to production SaaS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07008"/>
            <a:ext cx="3639312" cy="5074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07008"/>
            <a:ext cx="363931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98448"/>
            <a:ext cx="3364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🟢 Short Term (1-3 months)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37360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WhatsApp alerts via n8n + Twilio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84831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Google Sheets order analytics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32303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Voice ordering via Web Speech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79775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Environment variable for API key security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70832" y="1207008"/>
            <a:ext cx="3639312" cy="5074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1207008"/>
            <a:ext cx="3639312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1298448"/>
            <a:ext cx="3364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🔵 Medium Term (3-6 months)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1737360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Razorpay / UPI payment gateway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2084831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AI recommendation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2432303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Mobile PWA version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2779775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Multi-language support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84464" y="1207008"/>
            <a:ext cx="3639312" cy="5074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84464" y="1207008"/>
            <a:ext cx="3639312" cy="640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21624" y="1298448"/>
            <a:ext cx="3364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855F7"/>
                </a:solidFill>
              </a:rPr>
              <a:t>🟣 Long Term (6+ months)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1624" y="1737360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Multi-restaurant SaaS platform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1624" y="2084831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Kitchen Display System (WebSockets)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1624" y="2432303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AI demand forecasting &amp; inventory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21624" y="2779775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Customer loyalty points program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1">
                <a:solidFill>
                  <a:srgbClr val="F59E0B"/>
                </a:solidFill>
              </a:rPr>
              <a:t>💡  PlateUp is designed to scale — every layer is modular and extensible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73152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FFFFFF"/>
                </a:solidFill>
              </a:rPr>
              <a:t>🍽️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73152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59E0B"/>
                </a:solidFill>
              </a:rPr>
              <a:t>Thank You!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810512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PlateUp — AI-Powered Restaurant Chatbot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2450592"/>
            <a:ext cx="804672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606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👤 Student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26060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Shubham Bhandari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17296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📅 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3172968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May 2026 — AI Fellowship Internship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739896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💻 GitHub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3739896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github.com/shubhambhandari24/Restaurant_chatbot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30682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🔗 n8n Cloud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4306824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shubham2408.app.n8n.cloud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87375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🤖 AI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4873752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Google Gemini 2.0 Flash (Free Tier)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5440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✨ New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54406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Fuzzy Match · 30 Intents · Profile · Email Auto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26364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0D0D"/>
                </a:solidFill>
              </a:rPr>
              <a:t>Built with ❤️ using Java EE · Google Gemini AI · n8n Automation · MySQL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